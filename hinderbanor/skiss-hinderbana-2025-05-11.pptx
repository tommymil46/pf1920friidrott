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4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15CBBC-68C5-40EE-B773-88EA0B6E6E37}" v="9" dt="2025-05-09T16:48:02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ksson Anna (Nämndsekreterare)" userId="28b96aa5-b554-4d95-a744-523fa115678e" providerId="ADAL" clId="{F315CBBC-68C5-40EE-B773-88EA0B6E6E37}"/>
    <pc:docChg chg="custSel modSld">
      <pc:chgData name="Eriksson Anna (Nämndsekreterare)" userId="28b96aa5-b554-4d95-a744-523fa115678e" providerId="ADAL" clId="{F315CBBC-68C5-40EE-B773-88EA0B6E6E37}" dt="2025-05-09T16:48:55.020" v="248" actId="20577"/>
      <pc:docMkLst>
        <pc:docMk/>
      </pc:docMkLst>
      <pc:sldChg chg="addSp delSp modSp mod">
        <pc:chgData name="Eriksson Anna (Nämndsekreterare)" userId="28b96aa5-b554-4d95-a744-523fa115678e" providerId="ADAL" clId="{F315CBBC-68C5-40EE-B773-88EA0B6E6E37}" dt="2025-05-09T16:48:55.020" v="248" actId="20577"/>
        <pc:sldMkLst>
          <pc:docMk/>
          <pc:sldMk cId="2727709789" sldId="256"/>
        </pc:sldMkLst>
        <pc:spChg chg="add mod">
          <ac:chgData name="Eriksson Anna (Nämndsekreterare)" userId="28b96aa5-b554-4d95-a744-523fa115678e" providerId="ADAL" clId="{F315CBBC-68C5-40EE-B773-88EA0B6E6E37}" dt="2025-05-09T16:42:49.908" v="31" actId="1076"/>
          <ac:spMkLst>
            <pc:docMk/>
            <pc:sldMk cId="2727709789" sldId="256"/>
            <ac:spMk id="2" creationId="{27BE850B-9498-77FB-412D-BFC37F6F767B}"/>
          </ac:spMkLst>
        </pc:spChg>
        <pc:spChg chg="add mod">
          <ac:chgData name="Eriksson Anna (Nämndsekreterare)" userId="28b96aa5-b554-4d95-a744-523fa115678e" providerId="ADAL" clId="{F315CBBC-68C5-40EE-B773-88EA0B6E6E37}" dt="2025-05-09T16:43:34.996" v="66" actId="1076"/>
          <ac:spMkLst>
            <pc:docMk/>
            <pc:sldMk cId="2727709789" sldId="256"/>
            <ac:spMk id="3" creationId="{11150D7F-3064-739D-0204-B600E75AC788}"/>
          </ac:spMkLst>
        </pc:spChg>
        <pc:spChg chg="add mod">
          <ac:chgData name="Eriksson Anna (Nämndsekreterare)" userId="28b96aa5-b554-4d95-a744-523fa115678e" providerId="ADAL" clId="{F315CBBC-68C5-40EE-B773-88EA0B6E6E37}" dt="2025-05-09T16:43:55.942" v="75" actId="20577"/>
          <ac:spMkLst>
            <pc:docMk/>
            <pc:sldMk cId="2727709789" sldId="256"/>
            <ac:spMk id="5" creationId="{2021B95E-850A-217E-CF1C-F84C0A154670}"/>
          </ac:spMkLst>
        </pc:spChg>
        <pc:spChg chg="add mod">
          <ac:chgData name="Eriksson Anna (Nämndsekreterare)" userId="28b96aa5-b554-4d95-a744-523fa115678e" providerId="ADAL" clId="{F315CBBC-68C5-40EE-B773-88EA0B6E6E37}" dt="2025-05-09T16:44:47.486" v="109" actId="1076"/>
          <ac:spMkLst>
            <pc:docMk/>
            <pc:sldMk cId="2727709789" sldId="256"/>
            <ac:spMk id="6" creationId="{36E24890-4D36-7BE4-530F-D143768D7B3F}"/>
          </ac:spMkLst>
        </pc:spChg>
        <pc:spChg chg="add mod">
          <ac:chgData name="Eriksson Anna (Nämndsekreterare)" userId="28b96aa5-b554-4d95-a744-523fa115678e" providerId="ADAL" clId="{F315CBBC-68C5-40EE-B773-88EA0B6E6E37}" dt="2025-05-09T16:45:16.719" v="129" actId="1076"/>
          <ac:spMkLst>
            <pc:docMk/>
            <pc:sldMk cId="2727709789" sldId="256"/>
            <ac:spMk id="7" creationId="{09EFF14B-0E5A-E020-FE33-0FEA10BBED49}"/>
          </ac:spMkLst>
        </pc:spChg>
        <pc:spChg chg="add mod">
          <ac:chgData name="Eriksson Anna (Nämndsekreterare)" userId="28b96aa5-b554-4d95-a744-523fa115678e" providerId="ADAL" clId="{F315CBBC-68C5-40EE-B773-88EA0B6E6E37}" dt="2025-05-09T16:46:26.272" v="137" actId="1076"/>
          <ac:spMkLst>
            <pc:docMk/>
            <pc:sldMk cId="2727709789" sldId="256"/>
            <ac:spMk id="8" creationId="{196377EA-625E-39E0-3C95-CC58CAAD5C1F}"/>
          </ac:spMkLst>
        </pc:spChg>
        <pc:spChg chg="add mod">
          <ac:chgData name="Eriksson Anna (Nämndsekreterare)" userId="28b96aa5-b554-4d95-a744-523fa115678e" providerId="ADAL" clId="{F315CBBC-68C5-40EE-B773-88EA0B6E6E37}" dt="2025-05-09T16:46:55.250" v="155" actId="1076"/>
          <ac:spMkLst>
            <pc:docMk/>
            <pc:sldMk cId="2727709789" sldId="256"/>
            <ac:spMk id="9" creationId="{74EE7987-3000-C715-DE36-1BE6C253535C}"/>
          </ac:spMkLst>
        </pc:spChg>
        <pc:spChg chg="add mod">
          <ac:chgData name="Eriksson Anna (Nämndsekreterare)" userId="28b96aa5-b554-4d95-a744-523fa115678e" providerId="ADAL" clId="{F315CBBC-68C5-40EE-B773-88EA0B6E6E37}" dt="2025-05-09T16:47:20.482" v="179" actId="1076"/>
          <ac:spMkLst>
            <pc:docMk/>
            <pc:sldMk cId="2727709789" sldId="256"/>
            <ac:spMk id="10" creationId="{B23BAFD9-78A6-96FF-D329-D46863CE8304}"/>
          </ac:spMkLst>
        </pc:spChg>
        <pc:spChg chg="add mod">
          <ac:chgData name="Eriksson Anna (Nämndsekreterare)" userId="28b96aa5-b554-4d95-a744-523fa115678e" providerId="ADAL" clId="{F315CBBC-68C5-40EE-B773-88EA0B6E6E37}" dt="2025-05-09T16:48:55.020" v="248" actId="20577"/>
          <ac:spMkLst>
            <pc:docMk/>
            <pc:sldMk cId="2727709789" sldId="256"/>
            <ac:spMk id="11" creationId="{8CC33598-CD03-4886-A859-44E2E6F7AD25}"/>
          </ac:spMkLst>
        </pc:spChg>
        <pc:spChg chg="del">
          <ac:chgData name="Eriksson Anna (Nämndsekreterare)" userId="28b96aa5-b554-4d95-a744-523fa115678e" providerId="ADAL" clId="{F315CBBC-68C5-40EE-B773-88EA0B6E6E37}" dt="2025-05-09T16:41:17.562" v="3" actId="478"/>
          <ac:spMkLst>
            <pc:docMk/>
            <pc:sldMk cId="2727709789" sldId="256"/>
            <ac:spMk id="27" creationId="{4233112D-A2A9-EF23-3E51-D4993DFEDB9F}"/>
          </ac:spMkLst>
        </pc:spChg>
        <pc:spChg chg="del">
          <ac:chgData name="Eriksson Anna (Nämndsekreterare)" userId="28b96aa5-b554-4d95-a744-523fa115678e" providerId="ADAL" clId="{F315CBBC-68C5-40EE-B773-88EA0B6E6E37}" dt="2025-05-09T16:41:16.595" v="2" actId="478"/>
          <ac:spMkLst>
            <pc:docMk/>
            <pc:sldMk cId="2727709789" sldId="256"/>
            <ac:spMk id="28" creationId="{EBE44789-0D3E-6BD8-2C45-D76C0B1F2EC6}"/>
          </ac:spMkLst>
        </pc:spChg>
        <pc:spChg chg="del">
          <ac:chgData name="Eriksson Anna (Nämndsekreterare)" userId="28b96aa5-b554-4d95-a744-523fa115678e" providerId="ADAL" clId="{F315CBBC-68C5-40EE-B773-88EA0B6E6E37}" dt="2025-05-09T16:41:15.595" v="1" actId="478"/>
          <ac:spMkLst>
            <pc:docMk/>
            <pc:sldMk cId="2727709789" sldId="256"/>
            <ac:spMk id="29" creationId="{E919E303-D2B5-B105-8AAE-A74D1B174A56}"/>
          </ac:spMkLst>
        </pc:spChg>
        <pc:spChg chg="del">
          <ac:chgData name="Eriksson Anna (Nämndsekreterare)" userId="28b96aa5-b554-4d95-a744-523fa115678e" providerId="ADAL" clId="{F315CBBC-68C5-40EE-B773-88EA0B6E6E37}" dt="2025-05-09T16:41:14.863" v="0" actId="478"/>
          <ac:spMkLst>
            <pc:docMk/>
            <pc:sldMk cId="2727709789" sldId="256"/>
            <ac:spMk id="30" creationId="{AF8DAECE-6F56-DD90-D335-E96E9D49B03F}"/>
          </ac:spMkLst>
        </pc:spChg>
        <pc:spChg chg="mod">
          <ac:chgData name="Eriksson Anna (Nämndsekreterare)" userId="28b96aa5-b554-4d95-a744-523fa115678e" providerId="ADAL" clId="{F315CBBC-68C5-40EE-B773-88EA0B6E6E37}" dt="2025-05-09T16:41:36.987" v="9" actId="1076"/>
          <ac:spMkLst>
            <pc:docMk/>
            <pc:sldMk cId="2727709789" sldId="256"/>
            <ac:spMk id="33" creationId="{CEE599C4-FA2C-E7A3-1F1C-C34169947661}"/>
          </ac:spMkLst>
        </pc:spChg>
        <pc:spChg chg="del mod">
          <ac:chgData name="Eriksson Anna (Nämndsekreterare)" userId="28b96aa5-b554-4d95-a744-523fa115678e" providerId="ADAL" clId="{F315CBBC-68C5-40EE-B773-88EA0B6E6E37}" dt="2025-05-09T16:41:27.129" v="8"/>
          <ac:spMkLst>
            <pc:docMk/>
            <pc:sldMk cId="2727709789" sldId="256"/>
            <ac:spMk id="118" creationId="{C679F881-B08C-422E-C6C5-3AB523348493}"/>
          </ac:spMkLst>
        </pc:spChg>
        <pc:spChg chg="mod">
          <ac:chgData name="Eriksson Anna (Nämndsekreterare)" userId="28b96aa5-b554-4d95-a744-523fa115678e" providerId="ADAL" clId="{F315CBBC-68C5-40EE-B773-88EA0B6E6E37}" dt="2025-05-09T16:47:42.939" v="182" actId="14100"/>
          <ac:spMkLst>
            <pc:docMk/>
            <pc:sldMk cId="2727709789" sldId="256"/>
            <ac:spMk id="119" creationId="{7FE9E535-F2B5-3E50-5017-C003248502B9}"/>
          </ac:spMkLst>
        </pc:spChg>
        <pc:spChg chg="mod">
          <ac:chgData name="Eriksson Anna (Nämndsekreterare)" userId="28b96aa5-b554-4d95-a744-523fa115678e" providerId="ADAL" clId="{F315CBBC-68C5-40EE-B773-88EA0B6E6E37}" dt="2025-05-09T16:42:11.898" v="15" actId="113"/>
          <ac:spMkLst>
            <pc:docMk/>
            <pc:sldMk cId="2727709789" sldId="256"/>
            <ac:spMk id="120" creationId="{5D5F0A98-9599-6BA4-63F9-A4715062E3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9D43E-6C5A-4E11-AA51-96A74898EF56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D221A-1C87-4436-8B96-54AE3311CD8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338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A2F8F-DA07-D36F-428D-B1504BBB5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7386447-4509-94ED-955E-6A79A5F3C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836339A-64FC-0E6B-4BAA-4F3F33EE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332A176-D6B0-81D0-522B-43480B9F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018C7CF-B457-6F97-9DBC-0F145F45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009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18D1AB8-FA16-FAF0-62FE-893F2AAD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616DFE9-21A8-7BB0-2D85-5E431B06B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F3ABA60-FFB6-21FA-3EE6-A8DD022A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EBFD9EF-02D5-1A44-FB49-9FBE6928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F93D8CA-3E23-1F9D-20A0-CDE48FC6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506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CC6E029-555C-B14B-F201-2FF0B9FC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F3D9EB3-8BFE-4C20-FBDF-9C28F8078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D313BB7-88E6-5F59-17D6-BDDA2AC3C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F3680D1-5616-8F4B-D4C6-B5E35328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6386DD8-B842-5D28-5493-75C45CC50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7091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8558DC3-A9C7-0FE6-0261-55C0DBA0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599A7AD-7EAF-40BB-30AB-8868453EF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0A5C5BE-11CA-4A26-B944-4DA3B69B6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40D4F4A-4D3E-1354-8E3D-CB6B75FE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2F08D8C-13C3-3DA9-AC32-19E031DA7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7661EEB0-DFAE-4A87-2676-9C1235D6E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319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8EE6624-0E6D-DC7E-17E0-47E97DE8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012D001-253B-CB1E-9610-5F79ACA31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3A77998D-EEBC-804C-5984-E81877C97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5501D8F-5D5E-76B4-9498-1B8C2A4C6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469A519A-67C5-8C3A-E98B-F898A2022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6A4C7615-FE53-A682-6B18-750272B7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C15791B3-BC78-4ECC-A476-BC2733C5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3D0B8E83-D9B4-75ED-F821-E1533AD0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7310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70D87B-43DE-996F-3F39-3FB1F455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EDE5067-6F2A-AEB4-AF6E-C0113A12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9033A6-9607-8071-4354-34FE4A0F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1AA6827-9A36-7FC4-F668-7AD61067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847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8D12A2B-9C7F-3A11-9E02-0CEC7C4DC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A0BB2DD-7554-6242-17B3-86DAC829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77756C7-403A-4A92-CF4C-F5FD7213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892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EC2AD4-6D5E-0F76-27E0-88EB2125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A1C9E38-7612-0623-B036-B5EB73912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A9A71BE-2474-6906-E53F-13EAD914D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3CF48F40-DE7A-142D-5DBD-F621F6AD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4DB884C-ABE4-D7D9-99B9-ADD9189A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73282E73-E2D4-B85E-B681-0CB8CA47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6201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52FB8C6-B74A-3A32-FFFE-DF0C98E0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537CBF7F-F7AD-4E0E-DFDF-5E27715FA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2E51FEB2-09FA-3A6E-71DE-AFD9C2144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3536E5B-3EDC-0E77-EC3C-BEAFB9E2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47A893E0-D48D-002A-AFC9-1FEF5CA5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C2D61FFF-8B5C-E695-4E44-F4DEB0AA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0618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9A5656C-9351-733D-BE37-660D99F5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4BA2075B-A88F-F0F2-26DC-0AA83B426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FE6B7DA-4CBA-E551-8835-AF0FAD7D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ABE7842-572B-E4FB-86A9-45AF4A52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078493D-B666-F97B-3699-6F197ECD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773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0C2EB384-ED8F-1B3A-B5BC-6C937DC42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593FA3F-CB54-FD60-6CF2-7E62E2F9D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8639FED-7AB3-0CD3-09B5-2DE33AE3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B399648-8553-11CE-3858-A5E2E276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50BB58C-007E-CA82-A0D7-92EA9E8E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2568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CE42E9FB-56E3-720B-8161-ED8F6E758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E8B7430-92DA-45B6-A033-F9180A861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6540455-362E-CEFE-717D-07E35AE82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311BF-802D-4C05-8358-99CC969B3CF9}" type="datetimeFigureOut">
              <a:rPr lang="sv-SE" smtClean="0"/>
              <a:t>2025-05-09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7AC0ECE-2C47-B584-CF16-4A08F440F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64FEEC2-036C-2C90-3D83-6E8007CA7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165B3-4778-4B6C-A799-74AE615585F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543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2E36D5B9-D19B-59CD-130D-F2ABB0B267DC}"/>
              </a:ext>
            </a:extLst>
          </p:cNvPr>
          <p:cNvSpPr/>
          <p:nvPr/>
        </p:nvSpPr>
        <p:spPr>
          <a:xfrm>
            <a:off x="1485014" y="280065"/>
            <a:ext cx="1552353" cy="180753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4" name="Rak koppling 13">
            <a:extLst>
              <a:ext uri="{FF2B5EF4-FFF2-40B4-BE49-F238E27FC236}">
                <a16:creationId xmlns:a16="http://schemas.microsoft.com/office/drawing/2014/main" id="{3AD614C0-D43A-17A5-0F7C-8B01335ED826}"/>
              </a:ext>
            </a:extLst>
          </p:cNvPr>
          <p:cNvCxnSpPr/>
          <p:nvPr/>
        </p:nvCxnSpPr>
        <p:spPr>
          <a:xfrm flipH="1" flipV="1">
            <a:off x="1073888" y="127591"/>
            <a:ext cx="450112" cy="3508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k koppling 15">
            <a:extLst>
              <a:ext uri="{FF2B5EF4-FFF2-40B4-BE49-F238E27FC236}">
                <a16:creationId xmlns:a16="http://schemas.microsoft.com/office/drawing/2014/main" id="{76ADE611-D5BB-9A81-621D-77ECE93D65EF}"/>
              </a:ext>
            </a:extLst>
          </p:cNvPr>
          <p:cNvCxnSpPr/>
          <p:nvPr/>
        </p:nvCxnSpPr>
        <p:spPr>
          <a:xfrm flipH="1" flipV="1">
            <a:off x="893135" y="1600200"/>
            <a:ext cx="630865" cy="3668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ak koppling 17">
            <a:extLst>
              <a:ext uri="{FF2B5EF4-FFF2-40B4-BE49-F238E27FC236}">
                <a16:creationId xmlns:a16="http://schemas.microsoft.com/office/drawing/2014/main" id="{156383D1-025F-C137-BE32-C2C62551F9B6}"/>
              </a:ext>
            </a:extLst>
          </p:cNvPr>
          <p:cNvCxnSpPr/>
          <p:nvPr/>
        </p:nvCxnSpPr>
        <p:spPr>
          <a:xfrm flipV="1">
            <a:off x="1298944" y="280065"/>
            <a:ext cx="0" cy="1548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ruta 19">
            <a:extLst>
              <a:ext uri="{FF2B5EF4-FFF2-40B4-BE49-F238E27FC236}">
                <a16:creationId xmlns:a16="http://schemas.microsoft.com/office/drawing/2014/main" id="{BDA60A67-705B-696F-98B7-9D3FD29C13B4}"/>
              </a:ext>
            </a:extLst>
          </p:cNvPr>
          <p:cNvSpPr txBox="1"/>
          <p:nvPr/>
        </p:nvSpPr>
        <p:spPr>
          <a:xfrm>
            <a:off x="287079" y="478465"/>
            <a:ext cx="630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900" dirty="0"/>
              <a:t>Höjd-hopp</a:t>
            </a:r>
          </a:p>
        </p:txBody>
      </p:sp>
      <p:sp>
        <p:nvSpPr>
          <p:cNvPr id="21" name="Vänster hakparentes 20">
            <a:extLst>
              <a:ext uri="{FF2B5EF4-FFF2-40B4-BE49-F238E27FC236}">
                <a16:creationId xmlns:a16="http://schemas.microsoft.com/office/drawing/2014/main" id="{AD4E5333-1EFE-6187-F25E-9BDAB4578385}"/>
              </a:ext>
            </a:extLst>
          </p:cNvPr>
          <p:cNvSpPr/>
          <p:nvPr/>
        </p:nvSpPr>
        <p:spPr>
          <a:xfrm>
            <a:off x="531628" y="2243470"/>
            <a:ext cx="244549" cy="36933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Höger hakparentes 22">
            <a:extLst>
              <a:ext uri="{FF2B5EF4-FFF2-40B4-BE49-F238E27FC236}">
                <a16:creationId xmlns:a16="http://schemas.microsoft.com/office/drawing/2014/main" id="{BC943961-4FE5-9419-D1A0-61731F4D7D2F}"/>
              </a:ext>
            </a:extLst>
          </p:cNvPr>
          <p:cNvSpPr/>
          <p:nvPr/>
        </p:nvSpPr>
        <p:spPr>
          <a:xfrm>
            <a:off x="776177" y="2498651"/>
            <a:ext cx="116958" cy="590107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Vänster hakparentes 23">
            <a:extLst>
              <a:ext uri="{FF2B5EF4-FFF2-40B4-BE49-F238E27FC236}">
                <a16:creationId xmlns:a16="http://schemas.microsoft.com/office/drawing/2014/main" id="{132CF7B1-39FA-E00E-7479-EF4179DAE697}"/>
              </a:ext>
            </a:extLst>
          </p:cNvPr>
          <p:cNvSpPr/>
          <p:nvPr/>
        </p:nvSpPr>
        <p:spPr>
          <a:xfrm>
            <a:off x="531628" y="2892056"/>
            <a:ext cx="244549" cy="536944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Höger hakparentes 24">
            <a:extLst>
              <a:ext uri="{FF2B5EF4-FFF2-40B4-BE49-F238E27FC236}">
                <a16:creationId xmlns:a16="http://schemas.microsoft.com/office/drawing/2014/main" id="{BAD40522-2119-34BC-4DCC-A7459101D9C5}"/>
              </a:ext>
            </a:extLst>
          </p:cNvPr>
          <p:cNvSpPr/>
          <p:nvPr/>
        </p:nvSpPr>
        <p:spPr>
          <a:xfrm>
            <a:off x="691116" y="3296093"/>
            <a:ext cx="244549" cy="590107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3" name="Rektangel: rundade hörn 32">
            <a:extLst>
              <a:ext uri="{FF2B5EF4-FFF2-40B4-BE49-F238E27FC236}">
                <a16:creationId xmlns:a16="http://schemas.microsoft.com/office/drawing/2014/main" id="{CEE599C4-FA2C-E7A3-1F1C-C34169947661}"/>
              </a:ext>
            </a:extLst>
          </p:cNvPr>
          <p:cNvSpPr/>
          <p:nvPr/>
        </p:nvSpPr>
        <p:spPr>
          <a:xfrm>
            <a:off x="1134840" y="5200426"/>
            <a:ext cx="2402958" cy="130610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4" name="Rektangel: rundade hörn 33">
            <a:extLst>
              <a:ext uri="{FF2B5EF4-FFF2-40B4-BE49-F238E27FC236}">
                <a16:creationId xmlns:a16="http://schemas.microsoft.com/office/drawing/2014/main" id="{4C3F3AD8-DAA9-24E6-A5B9-547BC0C8E8BA}"/>
              </a:ext>
            </a:extLst>
          </p:cNvPr>
          <p:cNvSpPr/>
          <p:nvPr/>
        </p:nvSpPr>
        <p:spPr>
          <a:xfrm>
            <a:off x="5427921" y="5349875"/>
            <a:ext cx="1336158" cy="590107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5" name="Rektangel: rundade hörn 34">
            <a:extLst>
              <a:ext uri="{FF2B5EF4-FFF2-40B4-BE49-F238E27FC236}">
                <a16:creationId xmlns:a16="http://schemas.microsoft.com/office/drawing/2014/main" id="{BE7B8392-C714-22C7-822A-51C7C0868C21}"/>
              </a:ext>
            </a:extLst>
          </p:cNvPr>
          <p:cNvSpPr/>
          <p:nvPr/>
        </p:nvSpPr>
        <p:spPr>
          <a:xfrm>
            <a:off x="5424377" y="6072650"/>
            <a:ext cx="1336158" cy="590107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F7AC371E-D334-C851-880F-296982D5F8AD}"/>
              </a:ext>
            </a:extLst>
          </p:cNvPr>
          <p:cNvSpPr/>
          <p:nvPr/>
        </p:nvSpPr>
        <p:spPr>
          <a:xfrm>
            <a:off x="7917215" y="5486400"/>
            <a:ext cx="2204980" cy="207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7" name="Rektangel 36">
            <a:extLst>
              <a:ext uri="{FF2B5EF4-FFF2-40B4-BE49-F238E27FC236}">
                <a16:creationId xmlns:a16="http://schemas.microsoft.com/office/drawing/2014/main" id="{754D1E5A-0883-A443-676A-39526A322A4D}"/>
              </a:ext>
            </a:extLst>
          </p:cNvPr>
          <p:cNvSpPr/>
          <p:nvPr/>
        </p:nvSpPr>
        <p:spPr>
          <a:xfrm>
            <a:off x="7917215" y="6132652"/>
            <a:ext cx="2204980" cy="207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8" name="Rektangel: rundade hörn 37">
            <a:extLst>
              <a:ext uri="{FF2B5EF4-FFF2-40B4-BE49-F238E27FC236}">
                <a16:creationId xmlns:a16="http://schemas.microsoft.com/office/drawing/2014/main" id="{EE0CF820-C4C0-B22E-C20B-93A715009020}"/>
              </a:ext>
            </a:extLst>
          </p:cNvPr>
          <p:cNvSpPr/>
          <p:nvPr/>
        </p:nvSpPr>
        <p:spPr>
          <a:xfrm>
            <a:off x="8089605" y="5710204"/>
            <a:ext cx="382772" cy="245741"/>
          </a:xfrm>
          <a:prstGeom prst="roundRect">
            <a:avLst/>
          </a:prstGeom>
          <a:solidFill>
            <a:srgbClr val="5E4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9" name="Rektangel: rundade hörn 38">
            <a:extLst>
              <a:ext uri="{FF2B5EF4-FFF2-40B4-BE49-F238E27FC236}">
                <a16:creationId xmlns:a16="http://schemas.microsoft.com/office/drawing/2014/main" id="{0FF3F328-F5F5-41A1-2062-C98B46237620}"/>
              </a:ext>
            </a:extLst>
          </p:cNvPr>
          <p:cNvSpPr/>
          <p:nvPr/>
        </p:nvSpPr>
        <p:spPr>
          <a:xfrm>
            <a:off x="8112642" y="5694241"/>
            <a:ext cx="382772" cy="245741"/>
          </a:xfrm>
          <a:prstGeom prst="roundRect">
            <a:avLst/>
          </a:prstGeom>
          <a:solidFill>
            <a:srgbClr val="5E4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0" name="Rektangel: rundade hörn 39">
            <a:extLst>
              <a:ext uri="{FF2B5EF4-FFF2-40B4-BE49-F238E27FC236}">
                <a16:creationId xmlns:a16="http://schemas.microsoft.com/office/drawing/2014/main" id="{658856D9-74D1-920F-93AC-C2D885DA4D8E}"/>
              </a:ext>
            </a:extLst>
          </p:cNvPr>
          <p:cNvSpPr/>
          <p:nvPr/>
        </p:nvSpPr>
        <p:spPr>
          <a:xfrm>
            <a:off x="8537944" y="5893686"/>
            <a:ext cx="382772" cy="245741"/>
          </a:xfrm>
          <a:prstGeom prst="roundRect">
            <a:avLst/>
          </a:prstGeom>
          <a:solidFill>
            <a:srgbClr val="5E4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1" name="Rektangel: rundade hörn 40">
            <a:extLst>
              <a:ext uri="{FF2B5EF4-FFF2-40B4-BE49-F238E27FC236}">
                <a16:creationId xmlns:a16="http://schemas.microsoft.com/office/drawing/2014/main" id="{9C69983D-909E-5829-7BD1-F433B8F28A05}"/>
              </a:ext>
            </a:extLst>
          </p:cNvPr>
          <p:cNvSpPr/>
          <p:nvPr/>
        </p:nvSpPr>
        <p:spPr>
          <a:xfrm>
            <a:off x="8986283" y="5694241"/>
            <a:ext cx="382772" cy="245741"/>
          </a:xfrm>
          <a:prstGeom prst="roundRect">
            <a:avLst/>
          </a:prstGeom>
          <a:solidFill>
            <a:srgbClr val="5E4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2" name="Rektangel: rundade hörn 41">
            <a:extLst>
              <a:ext uri="{FF2B5EF4-FFF2-40B4-BE49-F238E27FC236}">
                <a16:creationId xmlns:a16="http://schemas.microsoft.com/office/drawing/2014/main" id="{8E5EF5C9-2DB2-150D-948A-4025E154D941}"/>
              </a:ext>
            </a:extLst>
          </p:cNvPr>
          <p:cNvSpPr/>
          <p:nvPr/>
        </p:nvSpPr>
        <p:spPr>
          <a:xfrm>
            <a:off x="9395635" y="5870948"/>
            <a:ext cx="382772" cy="245741"/>
          </a:xfrm>
          <a:prstGeom prst="roundRect">
            <a:avLst/>
          </a:prstGeom>
          <a:solidFill>
            <a:srgbClr val="5E4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Diagonal rand 43">
            <a:extLst>
              <a:ext uri="{FF2B5EF4-FFF2-40B4-BE49-F238E27FC236}">
                <a16:creationId xmlns:a16="http://schemas.microsoft.com/office/drawing/2014/main" id="{B85552B6-DA30-7988-54BF-6C4D01A3D20B}"/>
              </a:ext>
            </a:extLst>
          </p:cNvPr>
          <p:cNvSpPr/>
          <p:nvPr/>
        </p:nvSpPr>
        <p:spPr>
          <a:xfrm>
            <a:off x="10668000" y="5257800"/>
            <a:ext cx="1403498" cy="228600"/>
          </a:xfrm>
          <a:prstGeom prst="diagStrip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45" name="Diagonal rand 44">
            <a:extLst>
              <a:ext uri="{FF2B5EF4-FFF2-40B4-BE49-F238E27FC236}">
                <a16:creationId xmlns:a16="http://schemas.microsoft.com/office/drawing/2014/main" id="{1EB4A2CD-6B0D-5794-6F97-7E5381FF95D9}"/>
              </a:ext>
            </a:extLst>
          </p:cNvPr>
          <p:cNvSpPr/>
          <p:nvPr/>
        </p:nvSpPr>
        <p:spPr>
          <a:xfrm>
            <a:off x="10668000" y="6434157"/>
            <a:ext cx="1403498" cy="228600"/>
          </a:xfrm>
          <a:prstGeom prst="diagStrip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46" name="Rektangel: rundade hörn 45">
            <a:extLst>
              <a:ext uri="{FF2B5EF4-FFF2-40B4-BE49-F238E27FC236}">
                <a16:creationId xmlns:a16="http://schemas.microsoft.com/office/drawing/2014/main" id="{4979333E-20AA-A483-58D0-C477BBBE6E78}"/>
              </a:ext>
            </a:extLst>
          </p:cNvPr>
          <p:cNvSpPr/>
          <p:nvPr/>
        </p:nvSpPr>
        <p:spPr>
          <a:xfrm>
            <a:off x="11227981" y="5372100"/>
            <a:ext cx="47350" cy="111376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7" name="Rektangel 46">
            <a:extLst>
              <a:ext uri="{FF2B5EF4-FFF2-40B4-BE49-F238E27FC236}">
                <a16:creationId xmlns:a16="http://schemas.microsoft.com/office/drawing/2014/main" id="{B3F58898-1EE6-8F62-9C57-EC77FCCC16B4}"/>
              </a:ext>
            </a:extLst>
          </p:cNvPr>
          <p:cNvSpPr/>
          <p:nvPr/>
        </p:nvSpPr>
        <p:spPr>
          <a:xfrm>
            <a:off x="10271051" y="280065"/>
            <a:ext cx="155448" cy="16557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49" name="Rak koppling 48">
            <a:extLst>
              <a:ext uri="{FF2B5EF4-FFF2-40B4-BE49-F238E27FC236}">
                <a16:creationId xmlns:a16="http://schemas.microsoft.com/office/drawing/2014/main" id="{773DF73A-636C-C1CD-05BE-1E9964C1B795}"/>
              </a:ext>
            </a:extLst>
          </p:cNvPr>
          <p:cNvCxnSpPr/>
          <p:nvPr/>
        </p:nvCxnSpPr>
        <p:spPr>
          <a:xfrm flipV="1">
            <a:off x="10426499" y="280065"/>
            <a:ext cx="872366" cy="29409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ak koppling 50">
            <a:extLst>
              <a:ext uri="{FF2B5EF4-FFF2-40B4-BE49-F238E27FC236}">
                <a16:creationId xmlns:a16="http://schemas.microsoft.com/office/drawing/2014/main" id="{F2276B23-CD73-CF6A-D051-0BABE6823984}"/>
              </a:ext>
            </a:extLst>
          </p:cNvPr>
          <p:cNvCxnSpPr>
            <a:stCxn id="47" idx="3"/>
          </p:cNvCxnSpPr>
          <p:nvPr/>
        </p:nvCxnSpPr>
        <p:spPr>
          <a:xfrm flipV="1">
            <a:off x="10426499" y="847797"/>
            <a:ext cx="872366" cy="26014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ak koppling 54">
            <a:extLst>
              <a:ext uri="{FF2B5EF4-FFF2-40B4-BE49-F238E27FC236}">
                <a16:creationId xmlns:a16="http://schemas.microsoft.com/office/drawing/2014/main" id="{4AD4A752-A394-C1E8-D7AF-2C326B04CF61}"/>
              </a:ext>
            </a:extLst>
          </p:cNvPr>
          <p:cNvCxnSpPr/>
          <p:nvPr/>
        </p:nvCxnSpPr>
        <p:spPr>
          <a:xfrm flipV="1">
            <a:off x="10426499" y="1212112"/>
            <a:ext cx="848832" cy="25518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ak koppling 56">
            <a:extLst>
              <a:ext uri="{FF2B5EF4-FFF2-40B4-BE49-F238E27FC236}">
                <a16:creationId xmlns:a16="http://schemas.microsoft.com/office/drawing/2014/main" id="{3EB86B04-AA58-A6BF-3A5A-E687CEA0943D}"/>
              </a:ext>
            </a:extLst>
          </p:cNvPr>
          <p:cNvCxnSpPr/>
          <p:nvPr/>
        </p:nvCxnSpPr>
        <p:spPr>
          <a:xfrm flipV="1">
            <a:off x="10438266" y="1568534"/>
            <a:ext cx="860599" cy="28574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Rak koppling 71">
            <a:extLst>
              <a:ext uri="{FF2B5EF4-FFF2-40B4-BE49-F238E27FC236}">
                <a16:creationId xmlns:a16="http://schemas.microsoft.com/office/drawing/2014/main" id="{106764B0-0443-C8F8-57BB-0F119402BC7E}"/>
              </a:ext>
            </a:extLst>
          </p:cNvPr>
          <p:cNvCxnSpPr/>
          <p:nvPr/>
        </p:nvCxnSpPr>
        <p:spPr>
          <a:xfrm>
            <a:off x="11298865" y="2211100"/>
            <a:ext cx="0" cy="4017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Rak koppling 75">
            <a:extLst>
              <a:ext uri="{FF2B5EF4-FFF2-40B4-BE49-F238E27FC236}">
                <a16:creationId xmlns:a16="http://schemas.microsoft.com/office/drawing/2014/main" id="{A4177BDF-B5CE-A377-4702-93CD158A52B2}"/>
              </a:ext>
            </a:extLst>
          </p:cNvPr>
          <p:cNvCxnSpPr/>
          <p:nvPr/>
        </p:nvCxnSpPr>
        <p:spPr>
          <a:xfrm flipH="1">
            <a:off x="10862682" y="2636874"/>
            <a:ext cx="4361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Likbent triangel 76">
            <a:extLst>
              <a:ext uri="{FF2B5EF4-FFF2-40B4-BE49-F238E27FC236}">
                <a16:creationId xmlns:a16="http://schemas.microsoft.com/office/drawing/2014/main" id="{A55F1A9E-CC33-6C3B-53A5-C06DCC115FA9}"/>
              </a:ext>
            </a:extLst>
          </p:cNvPr>
          <p:cNvSpPr/>
          <p:nvPr/>
        </p:nvSpPr>
        <p:spPr>
          <a:xfrm>
            <a:off x="10781414" y="2892056"/>
            <a:ext cx="517451" cy="59916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9" name="Rak koppling 78">
            <a:extLst>
              <a:ext uri="{FF2B5EF4-FFF2-40B4-BE49-F238E27FC236}">
                <a16:creationId xmlns:a16="http://schemas.microsoft.com/office/drawing/2014/main" id="{2580826C-F3DB-E9DB-2EC5-BDB38752F29C}"/>
              </a:ext>
            </a:extLst>
          </p:cNvPr>
          <p:cNvCxnSpPr/>
          <p:nvPr/>
        </p:nvCxnSpPr>
        <p:spPr>
          <a:xfrm>
            <a:off x="11298865" y="3715956"/>
            <a:ext cx="0" cy="533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Rak koppling 80">
            <a:extLst>
              <a:ext uri="{FF2B5EF4-FFF2-40B4-BE49-F238E27FC236}">
                <a16:creationId xmlns:a16="http://schemas.microsoft.com/office/drawing/2014/main" id="{0C0A6692-640C-32BD-DDDB-4BBC70D55B0B}"/>
              </a:ext>
            </a:extLst>
          </p:cNvPr>
          <p:cNvCxnSpPr/>
          <p:nvPr/>
        </p:nvCxnSpPr>
        <p:spPr>
          <a:xfrm flipH="1">
            <a:off x="10862682" y="4249744"/>
            <a:ext cx="4361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Likbent triangel 81">
            <a:extLst>
              <a:ext uri="{FF2B5EF4-FFF2-40B4-BE49-F238E27FC236}">
                <a16:creationId xmlns:a16="http://schemas.microsoft.com/office/drawing/2014/main" id="{D0C327DA-D608-392E-4692-61D1247923C9}"/>
              </a:ext>
            </a:extLst>
          </p:cNvPr>
          <p:cNvSpPr/>
          <p:nvPr/>
        </p:nvSpPr>
        <p:spPr>
          <a:xfrm>
            <a:off x="6243084" y="730707"/>
            <a:ext cx="517451" cy="59916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4" name="Likbent triangel 83">
            <a:extLst>
              <a:ext uri="{FF2B5EF4-FFF2-40B4-BE49-F238E27FC236}">
                <a16:creationId xmlns:a16="http://schemas.microsoft.com/office/drawing/2014/main" id="{E46BAAA9-3397-2B3D-23DF-4DF40FDC8A29}"/>
              </a:ext>
            </a:extLst>
          </p:cNvPr>
          <p:cNvSpPr/>
          <p:nvPr/>
        </p:nvSpPr>
        <p:spPr>
          <a:xfrm>
            <a:off x="7695562" y="734430"/>
            <a:ext cx="517451" cy="59916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9" name="Blockbåge 88">
            <a:extLst>
              <a:ext uri="{FF2B5EF4-FFF2-40B4-BE49-F238E27FC236}">
                <a16:creationId xmlns:a16="http://schemas.microsoft.com/office/drawing/2014/main" id="{80F24C01-F49D-4BBE-E03D-40F1DD98FFDA}"/>
              </a:ext>
            </a:extLst>
          </p:cNvPr>
          <p:cNvSpPr/>
          <p:nvPr/>
        </p:nvSpPr>
        <p:spPr>
          <a:xfrm>
            <a:off x="5752214" y="730707"/>
            <a:ext cx="1552353" cy="481405"/>
          </a:xfrm>
          <a:prstGeom prst="blockArc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91" name="Blockbåge 90">
            <a:extLst>
              <a:ext uri="{FF2B5EF4-FFF2-40B4-BE49-F238E27FC236}">
                <a16:creationId xmlns:a16="http://schemas.microsoft.com/office/drawing/2014/main" id="{EE4F21B1-66EB-8B7D-1561-628A3FC04205}"/>
              </a:ext>
            </a:extLst>
          </p:cNvPr>
          <p:cNvSpPr/>
          <p:nvPr/>
        </p:nvSpPr>
        <p:spPr>
          <a:xfrm>
            <a:off x="7266220" y="734353"/>
            <a:ext cx="1552353" cy="481405"/>
          </a:xfrm>
          <a:prstGeom prst="blockArc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3" name="Rektangel: rundade hörn 92">
            <a:extLst>
              <a:ext uri="{FF2B5EF4-FFF2-40B4-BE49-F238E27FC236}">
                <a16:creationId xmlns:a16="http://schemas.microsoft.com/office/drawing/2014/main" id="{9418385B-3A2C-18FF-8635-846A85E30758}"/>
              </a:ext>
            </a:extLst>
          </p:cNvPr>
          <p:cNvSpPr/>
          <p:nvPr/>
        </p:nvSpPr>
        <p:spPr>
          <a:xfrm>
            <a:off x="4831293" y="1183832"/>
            <a:ext cx="382772" cy="245741"/>
          </a:xfrm>
          <a:prstGeom prst="roundRect">
            <a:avLst/>
          </a:prstGeom>
          <a:solidFill>
            <a:srgbClr val="5E40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4" name="Blockbåge 93">
            <a:extLst>
              <a:ext uri="{FF2B5EF4-FFF2-40B4-BE49-F238E27FC236}">
                <a16:creationId xmlns:a16="http://schemas.microsoft.com/office/drawing/2014/main" id="{9D4E765A-6443-4077-AB5A-B43098E87ECB}"/>
              </a:ext>
            </a:extLst>
          </p:cNvPr>
          <p:cNvSpPr/>
          <p:nvPr/>
        </p:nvSpPr>
        <p:spPr>
          <a:xfrm>
            <a:off x="4403582" y="1096333"/>
            <a:ext cx="1095790" cy="266383"/>
          </a:xfrm>
          <a:prstGeom prst="blockArc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117" name="textruta 116">
            <a:extLst>
              <a:ext uri="{FF2B5EF4-FFF2-40B4-BE49-F238E27FC236}">
                <a16:creationId xmlns:a16="http://schemas.microsoft.com/office/drawing/2014/main" id="{E9D25CC0-C827-F61B-8C6E-C0FB2378E06F}"/>
              </a:ext>
            </a:extLst>
          </p:cNvPr>
          <p:cNvSpPr txBox="1"/>
          <p:nvPr/>
        </p:nvSpPr>
        <p:spPr>
          <a:xfrm>
            <a:off x="1382233" y="2498651"/>
            <a:ext cx="165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00" dirty="0"/>
              <a:t>Slalom krypandes mellan innebandymål</a:t>
            </a:r>
          </a:p>
        </p:txBody>
      </p:sp>
      <p:sp>
        <p:nvSpPr>
          <p:cNvPr id="119" name="textruta 118">
            <a:extLst>
              <a:ext uri="{FF2B5EF4-FFF2-40B4-BE49-F238E27FC236}">
                <a16:creationId xmlns:a16="http://schemas.microsoft.com/office/drawing/2014/main" id="{7FE9E535-F2B5-3E50-5017-C003248502B9}"/>
              </a:ext>
            </a:extLst>
          </p:cNvPr>
          <p:cNvSpPr txBox="1"/>
          <p:nvPr/>
        </p:nvSpPr>
        <p:spPr>
          <a:xfrm>
            <a:off x="1134840" y="4637517"/>
            <a:ext cx="3129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Längdhopp till tjockmatta</a:t>
            </a:r>
          </a:p>
        </p:txBody>
      </p:sp>
      <p:sp>
        <p:nvSpPr>
          <p:cNvPr id="120" name="textruta 119">
            <a:extLst>
              <a:ext uri="{FF2B5EF4-FFF2-40B4-BE49-F238E27FC236}">
                <a16:creationId xmlns:a16="http://schemas.microsoft.com/office/drawing/2014/main" id="{5D5F0A98-9599-6BA4-63F9-A4715062E3AC}"/>
              </a:ext>
            </a:extLst>
          </p:cNvPr>
          <p:cNvSpPr txBox="1"/>
          <p:nvPr/>
        </p:nvSpPr>
        <p:spPr>
          <a:xfrm>
            <a:off x="5302072" y="4647345"/>
            <a:ext cx="2111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b="1" dirty="0"/>
              <a:t>Kullerbytta</a:t>
            </a:r>
          </a:p>
          <a:p>
            <a:r>
              <a:rPr lang="sv-SE" sz="1000" dirty="0" err="1"/>
              <a:t>Ev</a:t>
            </a:r>
            <a:r>
              <a:rPr lang="sv-SE" sz="1000" dirty="0"/>
              <a:t> x 2 om plats finns för fyra tunna mattor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27BE850B-9498-77FB-412D-BFC37F6F767B}"/>
              </a:ext>
            </a:extLst>
          </p:cNvPr>
          <p:cNvSpPr txBox="1"/>
          <p:nvPr/>
        </p:nvSpPr>
        <p:spPr>
          <a:xfrm>
            <a:off x="8087198" y="4804095"/>
            <a:ext cx="1865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”Sick-</a:t>
            </a:r>
            <a:r>
              <a:rPr lang="sv-SE" dirty="0" err="1"/>
              <a:t>sack</a:t>
            </a:r>
            <a:r>
              <a:rPr lang="sv-SE" dirty="0"/>
              <a:t>”</a:t>
            </a:r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11150D7F-3064-739D-0204-B600E75AC788}"/>
              </a:ext>
            </a:extLst>
          </p:cNvPr>
          <p:cNvSpPr txBox="1"/>
          <p:nvPr/>
        </p:nvSpPr>
        <p:spPr>
          <a:xfrm>
            <a:off x="7639494" y="3792412"/>
            <a:ext cx="1665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Två bänkar med fyra pallplintar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2021B95E-850A-217E-CF1C-F84C0A154670}"/>
              </a:ext>
            </a:extLst>
          </p:cNvPr>
          <p:cNvSpPr txBox="1"/>
          <p:nvPr/>
        </p:nvSpPr>
        <p:spPr>
          <a:xfrm>
            <a:off x="10781414" y="4804095"/>
            <a:ext cx="10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Armgång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36E24890-4D36-7BE4-530F-D143768D7B3F}"/>
              </a:ext>
            </a:extLst>
          </p:cNvPr>
          <p:cNvSpPr txBox="1"/>
          <p:nvPr/>
        </p:nvSpPr>
        <p:spPr>
          <a:xfrm>
            <a:off x="8504876" y="2827267"/>
            <a:ext cx="272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Häck – plint - häck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09EFF14B-0E5A-E020-FE33-0FEA10BBED49}"/>
              </a:ext>
            </a:extLst>
          </p:cNvPr>
          <p:cNvSpPr txBox="1"/>
          <p:nvPr/>
        </p:nvSpPr>
        <p:spPr>
          <a:xfrm>
            <a:off x="9060587" y="3122822"/>
            <a:ext cx="20201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dirty="0"/>
              <a:t>Under över under</a:t>
            </a: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196377EA-625E-39E0-3C95-CC58CAAD5C1F}"/>
              </a:ext>
            </a:extLst>
          </p:cNvPr>
          <p:cNvSpPr txBox="1"/>
          <p:nvPr/>
        </p:nvSpPr>
        <p:spPr>
          <a:xfrm>
            <a:off x="11227981" y="550415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Lianer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74EE7987-3000-C715-DE36-1BE6C253535C}"/>
              </a:ext>
            </a:extLst>
          </p:cNvPr>
          <p:cNvSpPr txBox="1"/>
          <p:nvPr/>
        </p:nvSpPr>
        <p:spPr>
          <a:xfrm>
            <a:off x="6718531" y="1528731"/>
            <a:ext cx="211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Elefantrygg x 2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B23BAFD9-78A6-96FF-D329-D46863CE8304}"/>
              </a:ext>
            </a:extLst>
          </p:cNvPr>
          <p:cNvSpPr txBox="1"/>
          <p:nvPr/>
        </p:nvSpPr>
        <p:spPr>
          <a:xfrm>
            <a:off x="4504854" y="1643857"/>
            <a:ext cx="1460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Pallplint + tunnmatta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8CC33598-CD03-4886-A859-44E2E6F7AD25}"/>
              </a:ext>
            </a:extLst>
          </p:cNvPr>
          <p:cNvSpPr txBox="1"/>
          <p:nvPr/>
        </p:nvSpPr>
        <p:spPr>
          <a:xfrm>
            <a:off x="1524000" y="3558012"/>
            <a:ext cx="358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Vid ”luft”: </a:t>
            </a:r>
            <a:r>
              <a:rPr lang="sv-SE" dirty="0" err="1"/>
              <a:t>rockringar</a:t>
            </a:r>
            <a:r>
              <a:rPr lang="sv-SE" dirty="0"/>
              <a:t> för jämfota / konor </a:t>
            </a:r>
            <a:r>
              <a:rPr lang="sv-SE"/>
              <a:t>för slalom.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709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55</Words>
  <Application>Microsoft Office PowerPoint</Application>
  <PresentationFormat>Bredbild</PresentationFormat>
  <Paragraphs>14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Eriksson Anna (Nämndsekreterare)</dc:creator>
  <cp:lastModifiedBy>Eriksson Anna (Nämndsekreterare)</cp:lastModifiedBy>
  <cp:revision>2</cp:revision>
  <dcterms:created xsi:type="dcterms:W3CDTF">2025-03-03T16:56:34Z</dcterms:created>
  <dcterms:modified xsi:type="dcterms:W3CDTF">2025-05-09T16:48:55Z</dcterms:modified>
</cp:coreProperties>
</file>